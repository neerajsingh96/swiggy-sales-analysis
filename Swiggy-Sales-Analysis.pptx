
<file path=[Content_Types].xml><?xml version="1.0" encoding="utf-8"?>
<Types xmlns="http://schemas.openxmlformats.org/package/2006/content-types">
  <Default ContentType="application/x-fontdata" Extension="fntdata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theme+xml" PartName="/ppt/theme/theme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package.core-properties+xml" PartName="/docProps/core.xml"/>
  <Override ContentType="application/vnd.openxmlformats-officedocument.extended-properties+xml" PartName="/docProps/app.xml"/>
  <Default ContentType="image/jpeg" Extension="jpeg"/>
  <Override ContentType="application/vnd.openxmlformats-officedocument.custom-properties+xml" PartName="/docProps/custom.xml"/>
</Types>
</file>

<file path=_rels/.rels><?xml version="1.0" encoding="UTF-8" standalone="yes" ?><Relationships xmlns="http://schemas.openxmlformats.org/package/2006/relationships"><Relationship Id="rId3" Target="docProps/app.xml" Type="http://schemas.openxmlformats.org/officeDocument/2006/relationships/extended-properties"/><Relationship Id="rId2" Target="docProps/core.xml" Type="http://schemas.openxmlformats.org/package/2006/relationships/metadata/core-properties"/><Relationship Id="rId1" Target="ppt/presentation.xml" Type="http://schemas.openxmlformats.org/officeDocument/2006/relationships/officeDocument"/><Relationship Id="rId4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layfair Display Bold" panose="00000800000000000000" pitchFamily="2" charset="-120"/>
      <p:bold r:id="rId13"/>
    </p:embeddedFont>
    <p:embeddedFont>
      <p:font typeface="Open Sans" panose="020B0606030504020204" pitchFamily="3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3" Target="../media/image2.jpeg" Type="http://schemas.openxmlformats.org/officeDocument/2006/relationships/image"/><Relationship Id="rId2" Target="../notesSlides/notesSlide1.xml" Type="http://schemas.openxmlformats.org/officeDocument/2006/relationships/notesSlide"/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 ?><Relationships xmlns="http://schemas.openxmlformats.org/package/2006/relationships"><Relationship Id="rId8" Target="../media/image8.svg" Type="http://schemas.openxmlformats.org/officeDocument/2006/relationships/image"/><Relationship Id="rId13" Target="../media/image13.jpeg" Type="http://schemas.openxmlformats.org/officeDocument/2006/relationships/image"/><Relationship Id="rId3" Target="../media/image3.png" Type="http://schemas.openxmlformats.org/officeDocument/2006/relationships/image"/><Relationship Id="rId7" Target="../media/image7.png" Type="http://schemas.openxmlformats.org/officeDocument/2006/relationships/image"/><Relationship Id="rId12" Target="../media/image12.svg" Type="http://schemas.openxmlformats.org/officeDocument/2006/relationships/image"/><Relationship Id="rId2" Target="../notesSlides/notesSlide3.xml" Type="http://schemas.openxmlformats.org/officeDocument/2006/relationships/notesSlide"/><Relationship Id="rId1" Target="../slideLayouts/slideLayout4.xml" Type="http://schemas.openxmlformats.org/officeDocument/2006/relationships/slideLayout"/><Relationship Id="rId6" Target="../media/image6.svg" Type="http://schemas.openxmlformats.org/officeDocument/2006/relationships/image"/><Relationship Id="rId11" Target="../media/image11.png" Type="http://schemas.openxmlformats.org/officeDocument/2006/relationships/image"/><Relationship Id="rId5" Target="../media/image5.png" Type="http://schemas.openxmlformats.org/officeDocument/2006/relationships/image"/><Relationship Id="rId10" Target="../media/image10.svg" Type="http://schemas.openxmlformats.org/officeDocument/2006/relationships/image"/><Relationship Id="rId4" Target="../media/image4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4.xml.rels><?xml version="1.0" encoding="UTF-8" standalone="yes" ?><Relationships xmlns="http://schemas.openxmlformats.org/package/2006/relationships"><Relationship Id="rId8" Target="../media/image19.png" Type="http://schemas.openxmlformats.org/officeDocument/2006/relationships/image"/><Relationship Id="rId3" Target="../media/image14.jpeg" Type="http://schemas.openxmlformats.org/officeDocument/2006/relationships/image"/><Relationship Id="rId7" Target="../media/image18.svg" Type="http://schemas.openxmlformats.org/officeDocument/2006/relationships/image"/><Relationship Id="rId2" Target="../notesSlides/notesSlide4.xml" Type="http://schemas.openxmlformats.org/officeDocument/2006/relationships/notesSlide"/><Relationship Id="rId1" Target="../slideLayouts/slideLayout5.xml" Type="http://schemas.openxmlformats.org/officeDocument/2006/relationships/slideLayout"/><Relationship Id="rId6" Target="../media/image17.png" Type="http://schemas.openxmlformats.org/officeDocument/2006/relationships/image"/><Relationship Id="rId5" Target="../media/image16.svg" Type="http://schemas.openxmlformats.org/officeDocument/2006/relationships/image"/><Relationship Id="rId4" Target="../media/image15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6.xml.rels><?xml version="1.0" encoding="UTF-8" standalone="yes" ?><Relationships xmlns="http://schemas.openxmlformats.org/package/2006/relationships"><Relationship Id="rId3" Target="../media/image23.jpeg" Type="http://schemas.openxmlformats.org/officeDocument/2006/relationships/image"/><Relationship Id="rId2" Target="../notesSlides/notesSlide6.xml" Type="http://schemas.openxmlformats.org/officeDocument/2006/relationships/notesSlide"/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 ?><Relationships xmlns="http://schemas.openxmlformats.org/package/2006/relationships"><Relationship Id="rId3" Target="../media/image25.jpeg" Type="http://schemas.openxmlformats.org/officeDocument/2006/relationships/image"/><Relationship Id="rId2" Target="../notesSlides/notesSlide8.xml" Type="http://schemas.openxmlformats.org/officeDocument/2006/relationships/notesSlide"/><Relationship Id="rId1" Target="../slideLayouts/slideLayout9.xml" Type="http://schemas.openxmlformats.org/officeDocument/2006/relationships/slideLayout"/><Relationship Id="rId4" Target="../media/image26.png" Type="http://schemas.openxmlformats.org/officeDocument/2006/relationships/image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802458" y="3172294"/>
            <a:ext cx="5710705" cy="711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Swiggy Sales Analysis 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9247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Analyzing Swiggy food delivery sales data to derive meaningful business insights using SQL, dimensional modeling, and Power BI dashboards.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125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Project Overview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471857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471857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729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Handling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219569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Clean raw transactional data and ensure high data quality.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428548" y="2471857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8067" y="2471857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9" name="Text 7"/>
          <p:cNvSpPr/>
          <p:nvPr/>
        </p:nvSpPr>
        <p:spPr>
          <a:xfrm>
            <a:off x="7777282" y="272915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Modeling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7282" y="3219569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Design a scalable Star Schema for efficient BI reporting.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4429482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3310" y="4429482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3" name="Text 11"/>
          <p:cNvSpPr/>
          <p:nvPr/>
        </p:nvSpPr>
        <p:spPr>
          <a:xfrm>
            <a:off x="1142524" y="4686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KPI Calculation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142524" y="517719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 key performance indicators for sales and customer behavior.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429482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3F3F7"/>
          </a:solidFill>
          <a:ln w="30480">
            <a:solidFill>
              <a:srgbClr val="C6C6D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8067" y="4429482"/>
            <a:ext cx="121920" cy="1730812"/>
          </a:xfrm>
          <a:prstGeom prst="roundRect">
            <a:avLst>
              <a:gd name="adj" fmla="val 27907"/>
            </a:avLst>
          </a:prstGeom>
          <a:solidFill>
            <a:srgbClr val="101014"/>
          </a:solidFill>
          <a:ln/>
        </p:spPr>
      </p:sp>
      <p:sp>
        <p:nvSpPr>
          <p:cNvPr id="17" name="Text 15"/>
          <p:cNvSpPr/>
          <p:nvPr/>
        </p:nvSpPr>
        <p:spPr>
          <a:xfrm>
            <a:off x="7777282" y="46867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Visualization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7282" y="517719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Visualize trends related to revenue, orders, cities, and dishes.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93790" y="641544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project demonstrates end-to-end data analytics skills, from raw data handling to executive-level reporting.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2911" y="340043"/>
            <a:ext cx="3977759" cy="309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Business Objectives &amp; Data Source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432911" y="973812"/>
            <a:ext cx="278249" cy="27824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9227" y="1020068"/>
            <a:ext cx="185499" cy="18549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4747" y="1016318"/>
            <a:ext cx="154602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Quality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34747" y="1333143"/>
            <a:ext cx="6329601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high data quality through cleaning and validation.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432911" y="1778318"/>
            <a:ext cx="278249" cy="27824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227" y="1824573"/>
            <a:ext cx="185499" cy="18549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4747" y="1820823"/>
            <a:ext cx="1907024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Performance Optimization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834747" y="2137648"/>
            <a:ext cx="6329601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performance-optimized analytical data model.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432911" y="2582823"/>
            <a:ext cx="278249" cy="27824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9227" y="2629079"/>
            <a:ext cx="185499" cy="18549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4747" y="2625328"/>
            <a:ext cx="154602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Sales Tracking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834747" y="2942153"/>
            <a:ext cx="6329601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Track sales across time, location, restaurant, and cuisine.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432911" y="3387328"/>
            <a:ext cx="278249" cy="27824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9227" y="3433584"/>
            <a:ext cx="185499" cy="18549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34747" y="3429833"/>
            <a:ext cx="154602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Top Performers</a:t>
            </a:r>
            <a:endParaRPr lang="en-US" sz="1200" dirty="0"/>
          </a:p>
        </p:txBody>
      </p:sp>
      <p:sp>
        <p:nvSpPr>
          <p:cNvPr id="18" name="Text 12"/>
          <p:cNvSpPr/>
          <p:nvPr/>
        </p:nvSpPr>
        <p:spPr>
          <a:xfrm>
            <a:off x="834747" y="3746659"/>
            <a:ext cx="6329601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top-performing cities, restaurants, and dishes.</a:t>
            </a:r>
            <a:endParaRPr lang="en-US" sz="950" dirty="0"/>
          </a:p>
        </p:txBody>
      </p:sp>
      <p:sp>
        <p:nvSpPr>
          <p:cNvPr id="19" name="Shape 13"/>
          <p:cNvSpPr/>
          <p:nvPr/>
        </p:nvSpPr>
        <p:spPr>
          <a:xfrm>
            <a:off x="432911" y="4191833"/>
            <a:ext cx="278249" cy="278249"/>
          </a:xfrm>
          <a:prstGeom prst="roundRect">
            <a:avLst>
              <a:gd name="adj" fmla="val 6668"/>
            </a:avLst>
          </a:prstGeom>
          <a:solidFill>
            <a:srgbClr val="E0E0EC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9227" y="4238089"/>
            <a:ext cx="185499" cy="18549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34747" y="4234339"/>
            <a:ext cx="1546027" cy="193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Insights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834747" y="4551164"/>
            <a:ext cx="6329601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Understand customer spending patterns and ratings.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7473672" y="958334"/>
            <a:ext cx="2000845" cy="231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Raw Data Table: swiggy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473672" y="1313736"/>
            <a:ext cx="6731437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State, City, Location</a:t>
            </a:r>
            <a:endParaRPr lang="en-US" sz="950" dirty="0"/>
          </a:p>
        </p:txBody>
      </p:sp>
      <p:sp>
        <p:nvSpPr>
          <p:cNvPr id="25" name="Text 18"/>
          <p:cNvSpPr/>
          <p:nvPr/>
        </p:nvSpPr>
        <p:spPr>
          <a:xfrm>
            <a:off x="7473672" y="1554837"/>
            <a:ext cx="6731437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Order Date</a:t>
            </a:r>
            <a:endParaRPr lang="en-US" sz="950" dirty="0"/>
          </a:p>
        </p:txBody>
      </p:sp>
      <p:sp>
        <p:nvSpPr>
          <p:cNvPr id="26" name="Text 19"/>
          <p:cNvSpPr/>
          <p:nvPr/>
        </p:nvSpPr>
        <p:spPr>
          <a:xfrm>
            <a:off x="7473672" y="1795939"/>
            <a:ext cx="6731437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Restaurant Name</a:t>
            </a:r>
            <a:endParaRPr lang="en-US" sz="950" dirty="0"/>
          </a:p>
        </p:txBody>
      </p:sp>
      <p:sp>
        <p:nvSpPr>
          <p:cNvPr id="27" name="Text 20"/>
          <p:cNvSpPr/>
          <p:nvPr/>
        </p:nvSpPr>
        <p:spPr>
          <a:xfrm>
            <a:off x="7473672" y="2037040"/>
            <a:ext cx="6731437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Category (Cuisine)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7473672" y="2278142"/>
            <a:ext cx="6731437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Dish Name</a:t>
            </a:r>
            <a:endParaRPr lang="en-US" sz="950" dirty="0"/>
          </a:p>
        </p:txBody>
      </p:sp>
      <p:sp>
        <p:nvSpPr>
          <p:cNvPr id="29" name="Text 22"/>
          <p:cNvSpPr/>
          <p:nvPr/>
        </p:nvSpPr>
        <p:spPr>
          <a:xfrm>
            <a:off x="7473672" y="2519243"/>
            <a:ext cx="6731437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Price (INR)</a:t>
            </a:r>
            <a:endParaRPr lang="en-US" sz="950" dirty="0"/>
          </a:p>
        </p:txBody>
      </p:sp>
      <p:sp>
        <p:nvSpPr>
          <p:cNvPr id="30" name="Text 23"/>
          <p:cNvSpPr/>
          <p:nvPr/>
        </p:nvSpPr>
        <p:spPr>
          <a:xfrm>
            <a:off x="7473672" y="2760345"/>
            <a:ext cx="6731437" cy="197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 &amp; Rating Count</a:t>
            </a:r>
            <a:endParaRPr lang="en-US" sz="95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3672" y="3097292"/>
            <a:ext cx="6731437" cy="67314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41690"/>
            <a:ext cx="6966347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Cleaning &amp; Validation (SQL)</a:t>
            </a:r>
            <a:endParaRPr lang="en-US" sz="3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3790" y="2077164"/>
            <a:ext cx="226814" cy="22681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93790" y="2403872"/>
            <a:ext cx="3664744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6" name="Text 2"/>
          <p:cNvSpPr/>
          <p:nvPr/>
        </p:nvSpPr>
        <p:spPr>
          <a:xfrm>
            <a:off x="793790" y="25781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Null Value Check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93790" y="3068598"/>
            <a:ext cx="36647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missing values in critical columns (state, city, order_date, price, rating).</a:t>
            </a:r>
            <a:endParaRPr lang="en-US" sz="17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85348" y="2077164"/>
            <a:ext cx="226814" cy="226814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85348" y="2403872"/>
            <a:ext cx="3664863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0" name="Text 5"/>
          <p:cNvSpPr/>
          <p:nvPr/>
        </p:nvSpPr>
        <p:spPr>
          <a:xfrm>
            <a:off x="4685348" y="2578179"/>
            <a:ext cx="35038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Blank / Empty Value Check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4685348" y="3068598"/>
            <a:ext cx="36648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Identified records with empty strings impacting aggregation accuracy.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3790" y="4582478"/>
            <a:ext cx="226814" cy="226814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793790" y="4909185"/>
            <a:ext cx="7556421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4" name="Text 8"/>
          <p:cNvSpPr/>
          <p:nvPr/>
        </p:nvSpPr>
        <p:spPr>
          <a:xfrm>
            <a:off x="793790" y="5083493"/>
            <a:ext cx="41143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Duplicate Detection &amp; Removal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93790" y="557391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Detected and removed duplicate rows using ROW_NUMBER() to retain valid records.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793790" y="672488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This rigorous process ensured a clean and reliable dataset for analysis.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7488" y="2421612"/>
            <a:ext cx="4919305" cy="33862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93790" y="2253615"/>
            <a:ext cx="6147792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Modeling – Star Schema</a:t>
            </a:r>
            <a:endParaRPr lang="en-US" sz="3550" dirty="0"/>
          </a:p>
        </p:txBody>
      </p:sp>
      <p:sp>
        <p:nvSpPr>
          <p:cNvPr id="5" name="Text 1"/>
          <p:cNvSpPr/>
          <p:nvPr/>
        </p:nvSpPr>
        <p:spPr>
          <a:xfrm>
            <a:off x="793790" y="316075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Star Schema was implemented to support efficient BI reporting.</a:t>
            </a:r>
            <a:endParaRPr lang="en-US" sz="1750" dirty="0"/>
          </a:p>
        </p:txBody>
      </p:sp>
      <p:sp>
        <p:nvSpPr>
          <p:cNvPr id="6" name="Shape 2"/>
          <p:cNvSpPr/>
          <p:nvPr/>
        </p:nvSpPr>
        <p:spPr>
          <a:xfrm>
            <a:off x="793790" y="3778806"/>
            <a:ext cx="3664744" cy="1162288"/>
          </a:xfrm>
          <a:prstGeom prst="roundRect">
            <a:avLst>
              <a:gd name="adj" fmla="val 2927"/>
            </a:avLst>
          </a:prstGeom>
          <a:solidFill>
            <a:srgbClr val="E0E0EC"/>
          </a:solidFill>
          <a:ln/>
        </p:spPr>
      </p:sp>
      <p:sp>
        <p:nvSpPr>
          <p:cNvPr id="7" name="Text 3"/>
          <p:cNvSpPr/>
          <p:nvPr/>
        </p:nvSpPr>
        <p:spPr>
          <a:xfrm>
            <a:off x="1020604" y="4005620"/>
            <a:ext cx="3211116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Improved Query Performance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4685348" y="3778806"/>
            <a:ext cx="3664863" cy="1162288"/>
          </a:xfrm>
          <a:prstGeom prst="roundRect">
            <a:avLst>
              <a:gd name="adj" fmla="val 2927"/>
            </a:avLst>
          </a:prstGeom>
          <a:solidFill>
            <a:srgbClr val="E0E0EC"/>
          </a:solidFill>
          <a:ln/>
        </p:spPr>
      </p:sp>
      <p:sp>
        <p:nvSpPr>
          <p:cNvPr id="9" name="Text 5"/>
          <p:cNvSpPr/>
          <p:nvPr/>
        </p:nvSpPr>
        <p:spPr>
          <a:xfrm>
            <a:off x="4912162" y="4005620"/>
            <a:ext cx="32112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Enhanced Data Readability</a:t>
            </a:r>
            <a:endParaRPr lang="en-US" sz="2200" dirty="0"/>
          </a:p>
        </p:txBody>
      </p:sp>
      <p:sp>
        <p:nvSpPr>
          <p:cNvPr id="10" name="Shape 6"/>
          <p:cNvSpPr/>
          <p:nvPr/>
        </p:nvSpPr>
        <p:spPr>
          <a:xfrm>
            <a:off x="793790" y="5167908"/>
            <a:ext cx="7556421" cy="807958"/>
          </a:xfrm>
          <a:prstGeom prst="roundRect">
            <a:avLst>
              <a:gd name="adj" fmla="val 4211"/>
            </a:avLst>
          </a:prstGeom>
          <a:solidFill>
            <a:srgbClr val="E0E0EC"/>
          </a:solidFill>
          <a:ln/>
        </p:spPr>
      </p:sp>
      <p:sp>
        <p:nvSpPr>
          <p:cNvPr id="11" name="Text 7"/>
          <p:cNvSpPr/>
          <p:nvPr/>
        </p:nvSpPr>
        <p:spPr>
          <a:xfrm>
            <a:off x="1020604" y="5394722"/>
            <a:ext cx="294227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Scalability for BI Tools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208961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Star Schema Details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34291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Dimension Tables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6280190" y="2995017"/>
            <a:ext cx="350150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dim_date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Date, Year, Quarter, Month, Week, Day Name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416302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dim_location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State, City, Location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496812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dim_restaurant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Restaurant Name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6280190" y="5773222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dim_category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Cuisine / Category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80190" y="6578322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dim_dish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Dish Name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342721" y="2342912"/>
            <a:ext cx="3501509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Fact Table: fact_swiggy_order</a:t>
            </a:r>
            <a:endParaRPr lang="en-US" sz="2650" dirty="0"/>
          </a:p>
        </p:txBody>
      </p:sp>
      <p:sp>
        <p:nvSpPr>
          <p:cNvPr id="11" name="Text 8"/>
          <p:cNvSpPr/>
          <p:nvPr/>
        </p:nvSpPr>
        <p:spPr>
          <a:xfrm>
            <a:off x="10342721" y="3420308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Price_INR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10342721" y="3862507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0342721" y="4304705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Rating_Count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10342721" y="4746903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Foreign keys to all dimensions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199198"/>
            <a:ext cx="722626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Performance Indicators (KPIs)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280190" y="21063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KPIs calculated using SQL and visualized in Power BI.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283773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53.00M</a:t>
            </a:r>
            <a:endParaRPr lang="en-US" sz="5850" dirty="0"/>
          </a:p>
        </p:txBody>
      </p:sp>
      <p:sp>
        <p:nvSpPr>
          <p:cNvPr id="6" name="Text 3"/>
          <p:cNvSpPr/>
          <p:nvPr/>
        </p:nvSpPr>
        <p:spPr>
          <a:xfrm>
            <a:off x="6280190" y="386953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Total Revenue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280190" y="4359950"/>
            <a:ext cx="23298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INR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893493" y="283773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197K</a:t>
            </a:r>
            <a:endParaRPr lang="en-US" sz="5850" dirty="0"/>
          </a:p>
        </p:txBody>
      </p:sp>
      <p:sp>
        <p:nvSpPr>
          <p:cNvPr id="9" name="Text 6"/>
          <p:cNvSpPr/>
          <p:nvPr/>
        </p:nvSpPr>
        <p:spPr>
          <a:xfrm>
            <a:off x="8893493" y="386953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Total Orders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1506795" y="2837736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4.34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1506795" y="3869531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Average Rating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8893493" y="5289828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High</a:t>
            </a:r>
            <a:endParaRPr lang="en-US" sz="5850" dirty="0"/>
          </a:p>
        </p:txBody>
      </p:sp>
      <p:sp>
        <p:nvSpPr>
          <p:cNvPr id="13" name="Text 10"/>
          <p:cNvSpPr/>
          <p:nvPr/>
        </p:nvSpPr>
        <p:spPr>
          <a:xfrm>
            <a:off x="8893493" y="6321623"/>
            <a:ext cx="23298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Average Order Value (AOV)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231" y="404098"/>
            <a:ext cx="4960501" cy="367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Analytical Insights: Time &amp; Location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4231" y="1138714"/>
            <a:ext cx="2204204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Time-Based Analysis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14231" y="1561028"/>
            <a:ext cx="6621780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Monthly revenue and order trends show seasonal fluctuations.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14231" y="1847374"/>
            <a:ext cx="6621780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Q2 recorded the highest revenue contribution.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14231" y="2133719"/>
            <a:ext cx="6621780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Clear weekday vs. weekend order behavior patterns.</a:t>
            </a:r>
            <a:endParaRPr lang="en-US" sz="11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231" y="2534007"/>
            <a:ext cx="6621780" cy="66217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02009" y="1138714"/>
            <a:ext cx="2491264" cy="275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Location-Based Analysis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502009" y="1561028"/>
            <a:ext cx="6621780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Bengaluru</a:t>
            </a: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leads in total revenue (5.46M INR).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502009" y="1847374"/>
            <a:ext cx="6621780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Other high-performing cities: Lucknow, Hyderabad, Mumbai.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502009" y="2133719"/>
            <a:ext cx="6621780" cy="235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Revenue contribution varies significantly across states.</a:t>
            </a:r>
            <a:endParaRPr lang="en-US" sz="11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009" y="2534007"/>
            <a:ext cx="6621780" cy="66217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8993" y="407789"/>
            <a:ext cx="5964079" cy="370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Analytical Insights: Restaurant &amp; Customer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18993" y="1149072"/>
            <a:ext cx="2513052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Restaurant Performance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518993" y="1575316"/>
            <a:ext cx="661535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KFC</a:t>
            </a: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(4.25M INR) and </a:t>
            </a:r>
            <a:r>
              <a:rPr lang="en-US" sz="11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McDonald's</a:t>
            </a: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(3.34M INR) are top revenue generators.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18993" y="1864400"/>
            <a:ext cx="661535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Certain restaurants have lower order volume but higher AOV.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93" y="2268498"/>
            <a:ext cx="6615351" cy="661535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03676" y="1149072"/>
            <a:ext cx="2916317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Spending Insights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503676" y="1575316"/>
            <a:ext cx="661535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Customers segmented into spending ranges.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503676" y="1864400"/>
            <a:ext cx="6615351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Most orders fall within the </a:t>
            </a:r>
            <a:r>
              <a:rPr lang="en-US" sz="11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200-299 INR</a:t>
            </a:r>
            <a:r>
              <a:rPr lang="en-US" sz="11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range, indicating a mid-price preference.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3676" y="2268498"/>
            <a:ext cx="6615351" cy="661535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9471"/>
            <a:ext cx="6378654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Power BI Dashboard Overview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793790" y="250007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dashboards for comprehensive sales analysis.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93789" y="67928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Tools Used: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SQL (PostgreSQL)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Power BI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Star Schema Modeling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r>
              <a:rPr lang="en-US" sz="1750" b="1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CSV</a:t>
            </a:r>
            <a:r>
              <a:rPr lang="en-US" sz="1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75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7EFF89-23F4-190A-66F2-E985061DB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89" y="2978870"/>
            <a:ext cx="6319999" cy="34980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9E8DBD8-313A-CDEE-D61F-6CC968EDDA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0824" y="2862977"/>
            <a:ext cx="6587663" cy="36138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538</Words>
  <Application>Microsoft Office PowerPoint</Application>
  <PresentationFormat>Custom</PresentationFormat>
  <Paragraphs>96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Playfair Display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Neeraj Singh</cp:lastModifiedBy>
  <cp:revision>3</cp:revision>
  <dcterms:created xsi:type="dcterms:W3CDTF">2025-12-13T23:08:53Z</dcterms:created>
  <dcterms:modified xsi:type="dcterms:W3CDTF">2025-12-13T23:24:49Z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NXPowerLiteLastOptimized" pid="2">
    <vt:lpwstr>1237123</vt:lpwstr>
  </property>
  <property fmtid="{D5CDD505-2E9C-101B-9397-08002B2CF9AE}" name="NXPowerLiteSettings" pid="3">
    <vt:lpwstr>F7000400038000</vt:lpwstr>
  </property>
  <property fmtid="{D5CDD505-2E9C-101B-9397-08002B2CF9AE}" name="NXPowerLiteVersion" pid="4">
    <vt:lpwstr>S10.9.4</vt:lpwstr>
  </property>
</Properties>
</file>